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63636"/>
                </a:solidFill>
              </a:rPr>
              <a:t>Manual de Usuario CRM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371600" y="2743200"/>
            <a:ext cx="6400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66666"/>
                </a:solidFill>
              </a:rPr>
              <a:t>Guía paso a paso para dominar la gestión de leads, embudos interactivos y respuestas de IA.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¿Qué aprenderemos hoy?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</a:rPr>
              <a:t>1. Introducción al CRM y Dashboard</a:t>
            </a:r>
            <a:endParaRPr lang="en-US" sz="20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</a:rPr>
              <a:t>2. Panel de Chats y Envío de Mensajes</a:t>
            </a:r>
            <a:endParaRPr lang="en-US" sz="20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</a:rPr>
              <a:t>3. Intervención Humana vs Inteligencia Artificial</a:t>
            </a:r>
            <a:endParaRPr lang="en-US" sz="20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</a:rPr>
              <a:t>4. Embudos de Venta: Creación y Gestión</a:t>
            </a:r>
            <a:endParaRPr lang="en-US" sz="20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</a:rPr>
              <a:t>5. Etapas: Clasificación de Prospectos</a:t>
            </a:r>
            <a:endParaRPr lang="en-US" sz="20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</a:rPr>
              <a:t>6. Respuestas Rápidas (Plantillas) y Etiquetas</a:t>
            </a:r>
            <a:endParaRPr lang="en-US" sz="20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</a:rPr>
              <a:t>7. Configuración de Cuenta y Administradores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1. El Dashboard Ejecutivo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66666"/>
                </a:solidFill>
              </a:rPr>
              <a:t>Monitorea tu Negocio en Tiempo Real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363636"/>
                </a:solidFill>
              </a:rPr>
              <a:t>El Dashboard es tu centro de mando. Te permite visualizar el pulso de las ventas.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KPIs Globales: Total de Leads, mensajes entrantes, y diálogos activos en los últimos 15 min.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Velocidad de Respuesta: Compara el tiempo que tarda la IA vs tus agentes.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Gráficas Dinámicas: Densidad de Embudos, Horas Pico, e Ingreso de Leads.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2. Panel de Chats (Buzón Principal)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66666"/>
                </a:solidFill>
              </a:rPr>
              <a:t>Navegando la Lista de Prospectos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363636"/>
                </a:solidFill>
              </a:rPr>
              <a:t>Centraliza todas las conversaciones entrantes de WhatsApp o Webhooks.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Barra Izquierda: Lista ordenada. Arriba están los no leídos (notificación verde).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Buscador Inteligente: Filtra clientes por nombre, teléfono o etiqueta.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Filtros Superiores: Clasifica chats por "Todos", "Activos" o un Embudo específico.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3. ¿Cómo Enviar Mensajes?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66666"/>
                </a:solidFill>
              </a:rPr>
              <a:t>Conversando con tus Leads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Paso 1: Haz clic en un contacto de la barra lateral izquierda.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Paso 2: En el panel central, verás el historial completo. Abajo tienes la barra de escritura.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Paso 3: Escribe tu texto y presiona "Enter" o el botón de Enviar.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¡Súper poder! Envía notas de audio e imágenes directamente con las utilidades de attachment.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4. Inteligencia Artificial vs Humano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66666"/>
                </a:solidFill>
              </a:rPr>
              <a:t>Tomando el Control de la Conversación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363636"/>
                </a:solidFill>
              </a:rPr>
              <a:t>Tu CRM tiene un bot integrado, pero tú decides cuándo intervenir.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Pausar la IA: Si un cliente requiere atención especializada, simplemente escribe un mensaje manualmente y el bot se quedará en silencio.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Silencio Automático: El sistema pausará a la IA temporalmente (por defecto 60 min).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Reactivar la IA: Utiliza el toggle "Estado AI" en la cabecera del chat para encenderla.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5. ¿Qué son los Embudos de Venta?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66666"/>
                </a:solidFill>
              </a:rPr>
              <a:t>Organiza tu Flujo Comercial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Un embudo representa un proceso de negocio completo (ej. Venta, Soporte, Consultoría).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Permiten separar diferentes unidades de negocio dentro de la misma cuenta.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Cada prospecto pertenece a un solo embudo a la vez.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6. Gestión de Embudos y Etapas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66666"/>
                </a:solidFill>
              </a:rPr>
              <a:t>Creando tu Proceso Personalizado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363636"/>
                </a:solidFill>
              </a:rPr>
              <a:t>Ve al menú Embudos en la barra lateral izquierda.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Crear un Embudo: Haz clic en "+ Nuevo Embudo", asígnale un nombre descriptivo.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Crear Etapas: Haz clic sobre el embudo. Selecciona "+ Nueva Etapa".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¿Qué es una Etapa? Los pasos internos de cierre (Ej. Nuevo, Negociando, Cierre).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Mover Contactos: Cambia el de embudo en el panel derecho del Chat.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7. Respuestas Rápidas y Etiquetas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66666"/>
                </a:solidFill>
              </a:rPr>
              <a:t>Herramientas de Ahorro de Tiempo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Etiquetas (Tags): Mapea intereses (Ej. VIP, Mayorista) en el panel derecho. Se graficarán en el Dashboard de Datos.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Plantillas de Respuesta: Guarda textos repetitivos. Úsalos en el chat escribiendo '/' y ahorra tiempo mecanográfico.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8. Configuración de Cuenta y Usuarios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66666"/>
                </a:solidFill>
              </a:rPr>
              <a:t>Administrando a tu Equipo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Invitando Agentes: En el menú del perfil izquierdo puedes registrar a tus vendedores.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Sus datos estarán interconectados pero con permisos aislados.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Rol Admin: Únicamente los dueños pueden acceder a Reportísticas y descargas de PDFs/Excel poblados con todas las conversiones de la empresa.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63636"/>
                </a:solidFill>
              </a:rPr>
              <a:t>¡Estás Listo para Vender Más!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371600" y="3200400"/>
            <a:ext cx="6400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66666"/>
                </a:solidFill>
              </a:rPr>
              <a:t>Aprovecha las métricas, cuida tus tiempos de respuesta y no dejes enfriar a tus Leads.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2026-03-04T02:36:12Z</dcterms:created>
  <dcterms:modified xsi:type="dcterms:W3CDTF">2026-03-04T02:36:12Z</dcterms:modified>
</cp:coreProperties>
</file>